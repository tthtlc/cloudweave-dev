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Multi-Tenant Cloud</a:t>
            </a:r>
            <a:br/>
            <a:r>
              <a:rPr sz="4600" b="1">
                <a:solidFill>
                  <a:srgbClr val="FFFFFF"/>
                </a:solidFill>
                <a:latin typeface="Calibri"/>
              </a:rPr>
              <a:t>Provisioning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4A3B8"/>
                </a:solidFill>
                <a:latin typeface="Calibri"/>
              </a:rPr>
              <a:t>Self-service VM provisioning on AWS and Nutanix, with federated identity,</a:t>
            </a:r>
            <a:br/>
            <a:r>
              <a:rPr sz="1900" b="0">
                <a:solidFill>
                  <a:srgbClr val="94A3B8"/>
                </a:solidFill>
                <a:latin typeface="Calibri"/>
              </a:rPr>
              <a:t>relationship-based authorization, and centrally held cloud credentials.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822960" cy="38100"/>
          </a:xfrm>
          <a:prstGeom prst="rect">
            <a:avLst/>
          </a:prstGeom>
          <a:solidFill>
            <a:srgbClr val="06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83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System architecture walkthrough  ·  All facts verified against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What the system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4748B"/>
                </a:solidFill>
                <a:latin typeface="Calibri"/>
              </a:rPr>
              <a:t>A provisioning portal where authentication, authorization, and secrets are three separate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6130"/>
            <a:ext cx="10911535" cy="4116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user signs in through a browser and provisions VMs on AWS or Nutanix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They never hold cloud credentials — the platform holds them in Vault and acts on their behalf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Two tenants ship seeded: aws and nutanix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Roles per tenant: owner, admin, viewer — plus a platform-wide superadmin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Eight LLDAP users are created at bootstrap, including cloud-denied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cloud-denied exists to prove denial works — authenticated, but authorized for nothing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Five concerns are split across five services, deliberately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No single component both decides permission and holds the credential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Separation of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The split is the point — it is what keeps a compromised component from being a total compromise.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3491691"/>
                <a:gridCol w="523753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Answers the question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LLDAP + Dex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Which human is this?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identity-service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Is this browser still that human?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Authorization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OpenFGA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May this human do this to that?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Secrets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Vault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What credential provisions this tenant?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Cloud abstraction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libcloud.rest + Apache libcloud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Talk to AWS / Nutanix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ONE DOCKER BRIDGE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Deployment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All containers share the external bridge network libcloud_net and address each other by service DNS name. The portal's nginx is the only intended public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71114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162554"/>
            <a:ext cx="1271016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end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385314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522474"/>
            <a:ext cx="1965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portal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nginx + React SPA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:3000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/api/  → identity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/dex/  → dex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/      → SPA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8032" y="2129282"/>
            <a:ext cx="5751576" cy="32461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220722"/>
            <a:ext cx="5532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BOUND TO 127.0.0.1  —  NOT REACHABLE OFF-HOST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5316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26230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identity-service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:8766  sessions + authz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5316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6230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:5556  OIDC issuer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5316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26230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lldap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:3890  directory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4460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35374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libcloud-rest-api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:8765  cloud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4460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35374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openfga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:8080 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4460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35374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vault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:8200  secrets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43604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44518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openfga-postgres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:5432  tuple 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43604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44518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prism ×4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:4010-4013  specs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43604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1392" y="44518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AWS / Nutanix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real backends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3999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Calibri"/>
              </a:rPr>
              <a:t>ALSO PUBLISHED ON ALL INTERFACES (0.0.0.0)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96026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887466"/>
            <a:ext cx="25054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portal  :3000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intended public surface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796026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5887466"/>
            <a:ext cx="25054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openfga-visualizer  :5050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dev server, superadmin-gated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796026"/>
            <a:ext cx="3291840" cy="56692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887466"/>
            <a:ext cx="31455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nutanix emulator  :9440-9443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no authentication at 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Source: docker-compose.yml across all subprojects; server/Dockerfile:30-57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three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What a person can actually open in a browser: the portal, the authorization visualizer, and the Nutanix emulator.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SURFACE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Port 3000 — the Role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React 18 SPA (Create React App), built to a static bundle, served by nginx:alpine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Multi-stage build — no Node runtime in the shipped image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nginx is the single front door, and this is the key architectural fact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/api/  →  identity-service:8766      /dex/  →  dex:5556      /  →  SPA fallback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browser never contacts Dex, the identity service, or the REST API directly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This is WHY every other service binds to 127.0.0.1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Role-specific dashboards: Viewer, Admin, Owner, SuperAdmin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Plus state pages: PendingApproval, DisabledAccount, Unauthorized, IdentityCollapse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session is an httpOnly cookie — the browser stores no tokens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sessionStorage holds UX metadata only; every call uses credentials: "include"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Client-side route guards are cosmetic; enforcement is server-side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SURFACE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Port 5050 — the OpenFGA Visualizer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single-file Flask app that makes the authorization model legible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Five tabs: Hierarchy, Permission Matrix, Check, Model, Model Graph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D3 collapsible tree for relationships; vis-network force graph for the model itself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Read-only against OpenFGA — it can read, check and expand, but never write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Answers "why can this user do this?" by expanding the resolution path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Well-guarded, despite being a side tool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Its own Dex SSO login, full JWT verification, server-side sessions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Hard-gated to the LLDAP superadmin only — no other user can sign in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But: published on 0.0.0.0:5050 on a Werkzeug development server, over plain HTTP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superadmin gate limits exposure; a dev server on a public interface is still not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SURFACE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Ports 9440-9443 — the Nutanix Emulator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4748B"/>
                </a:solidFill>
                <a:latin typeface="Calibri"/>
              </a:rPr>
              <a:t>Useful for development. Treat every green test against it with the gaps below in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6130"/>
            <a:ext cx="10911535" cy="4116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two-tier stand-in for Prism Central v4, so the stack runs with no real cluster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Tier 1: a stateful Node/Express shim on :9440, HTTPS with a self-signed cert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Tier 2: Stoplight Prism on :4010, serving schema-valid examples for unhandled paths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Four API minor versions run side by side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v4.0 → :9440    v4.1 → :9441    v4.2 → :9442    v4.3 → :9443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v4.0 merged spec carries 487 paths, 2 206 schemas, 109 tags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Fidelity gaps that change how you read test results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Authentication is an explicit no-op — any credential is accepted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No ETag / If-Match, so the driver's concurrency control is silently untested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stop_node sends "shutdown", which the shim ignores — success is returned, nothing happens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Tasks always succeed 400 ms after creation; there are no failure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Who the user is: LLDAP as the directory, Dex as the OIDC issuer, and three credentials that are not interchangeable.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LLDAP and 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The issuer is the container DNS name so every service can validate tokens and fetch JWKS on the internal network.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537"/>
                <a:gridCol w="8510997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Directory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LLDAP — base DN dc=libcloud,dc=local, users in ou=people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Issuer (iss)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http://dex:5556/dex   — the in-container DNS name, deliberately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Dex storage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memory — all tokens are lost on restart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Connector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lldap, LDAP to lldap:3890, insecureNoSSL: true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Claim mapping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uid → sub,  mail → email,  cn → name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Groups claim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none — no groupSearch is configured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Grants enabled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authorization_code, refresh_token  (no password, no client_credentials)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OAuth clients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libcloud-portal (browser, PKCE S256)  ·  libcloud-rest (services, secret)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Three credentials, not interchangeable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Misreading which credential is in play is the easiest way to misunderstand this system.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68"/>
                <a:gridCol w="2182307"/>
                <a:gridCol w="611045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Credential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holds it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exists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Session cookie</a:t>
                      </a:r>
                    </a:p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libcloud_portal_sid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browser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HS256 JWT minted by the identity service. HttpOnly, SameSite=Lax, 8 h.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Dex refresh token stays server-side and never reaches the browser.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Provisioner token</a:t>
                      </a:r>
                    </a:p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aud = libcloud-rest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identity-service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portal user's token has the wrong audience for the REST API, so the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service logs into Dex as aws-admin / ntnx-admin and mints a second token.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Superadmin JWT</a:t>
                      </a:r>
                    </a:p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aud = libcloud-rest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setup.sh, operators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bootstrap gate. Obtained by a real OIDC login, not a static bypass.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consequence: identity-service is the trust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libcloud REST API sees the provisioner service account, not the end user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re-checks authorization — but against aws-admin / ntnx-admin, not the human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human's permissions are evaluated in the identity service, and nowhere else on that path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If that check is wrong or skipped, nothing downstream catches it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When the identity service calls OpenFGA, two different principals are in play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bearer token authenticates the CALLER (the provisioner)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tuple's user field names the SUBJECT being evaluated (the end user)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This is correct OpenFGA usage — but it is easy to misread as a privilege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OpenFGA holds every permission decision as relationships, not as roles baked into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OPENFGA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authorization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OpenFGA v1.16.0, PostgreSQL-backed, 8 types on schema 1.1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user · platform · tenant · libcloud_api · provider · resource_class · aws_region · nutanix_cluster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Bootstrap seeds 48 tuples — 39 structural wiring + 9 role grants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superadmin is a control-plane role, deliberately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grants global_reader (read everything) and the right to assign tenant owners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does NOT grant can_provision anywhere — it cannot create resources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Backend writes require an INTERSECTION — this is the tenant kill switch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can_provision = (tenant_admin or tenant_owner) AND can_use from provider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Revoke a tenant's provider access and provisioning stops instantly for everyone in it,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with no per-user tuples touched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Version pin v1.16.0 is load-bearing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Earlier releases don't refetch JWKS on an unknown key id, so Dex's 6-hourly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key rotation breaks every check until OpenFGA is restarted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OPENFGA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Three enforcement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Point 1 is the one that reflects the human's permissions. Point 2 guards the service account.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2073191"/>
                <a:gridCol w="5237536"/>
                <a:gridCol w="305522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 whom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identity-service,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per verb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can_read / can_provision / can_update on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aws_region:aws or nutanix_cluster:nutanix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END USER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(from the session cookie)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libcloud.rest,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per route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Scope from policies.json, then can_connect,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can_use, and can_provision / can_read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PROVISIONER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(defence in depth)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Vault credential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can_manage_credentials on tenant:&lt;t&gt;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tenant OWNER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REST API's policy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Authorization is not decorated onto handlers — handlers contain none at all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 custom route class, AuthorizedAPIRoute, enforces before the handler runs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Rules live in an external, hot-reloadable file: app/auth/policies.json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Keyed "METHOD /path/template", carrying scopes, an authz scope, and a driver capability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Reload without restart via POST /v1/admin/policies:reload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It is fail-closed, and that is the right default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 route with no policy entry returns 500 policy_unknown_operation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Adding an endpoint without a policy makes it unreachable, not unprotected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Request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What actually happens on the wire, from the login click to a running virtual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AUTHORIZATION CODE + PKCE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Browser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7149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807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4406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54406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:3000/login   → nginx SPA fallback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8808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4657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0649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0649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/api/auth/begin?provider=lldap&amp;redirect_uri=...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0466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41240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77232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377232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mints state (32B) + PKCE verifier (48B), stores server-side, TTL 600 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2124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7823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93815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93815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:3000/dex/auth ... &amp;code_challenge=&lt;S256&gt;&amp;connector_id=lldap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23783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440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0398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210398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/dex/auth/lldap/login   → Dex binds to LLDAP, matches uid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65441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90989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626981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Dex →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626981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302 to :3000/auth/callback?code=...&amp;state=...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0709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07572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043564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043564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/api/auth/exchange { provider, code, state, redirectUri }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487579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4155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460147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460147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consume_state() — single-use pop. THE authoritative CSRF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90416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4073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76730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876730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/dex/token   grant=authorization_code + secret + code_verifier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" y="5320745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57321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293313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5293313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verify id_token: JWKS sig, iss, aud=libcloud-portal, exp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" y="573732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390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70989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Browser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570989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Set-Cookie: libcloud_portal_sid=&lt;HS256 JWT&gt;; HttpOnly; SameSite=Lax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The PKCE verifier and the client secret both stay server-side. The browser handles neither.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Provisioning a VM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7149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807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4406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54406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/api/provision/aws { vmName }   (cookie)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8808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4657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0649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0649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verify cookie JWT (HS256, exp)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0466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41240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77232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OpenFGA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377232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/stores/&lt;id&gt;/check   user:&lt;END USER&gt;  can_provision  aws_region:aws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2124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7823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93815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069080" y="2793815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bearer = provisioner token · subject = the human   → deny here ends it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23783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440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0398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210398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cached server-side LDAP login as aws-admin → aud=libcloud-rest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65441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90989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626981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626981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/v1/auth/me · POST /v1/connections:test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0709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07572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043564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043564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locations · sizes · images · nodes · subnets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487579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4155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460147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069080" y="4460147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X-Provider-Connection: { provider, region, auth_binding }  — NO credentials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90416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4073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76730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libcloud.rest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876730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policy lookup → JWT verify → OpenFGA can_connect / can_use / can_provision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" y="5320745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57321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293313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REST → Vault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5293313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/v1/secret/data/libcloud/aws   X-Vault-Token   (30 s cache)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" y="573732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390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70989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REST → cloud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570989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Apache libcloud driver → AWS EC2 or Nutanix Prism Central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The client names which credential to use (auth_binding); it never supplies the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Secrets: Vault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Vault 1.15, file storage backend, KV v2 mounted at secret/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secret/data/libcloud/aws       → AWS access key / secret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secret/data/libcloud/nutanix   → Prism username / password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Writing a tenant credential is itself authorized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tenant owner logs into Dex, passes an OpenFGA can_manage_credentials check,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and only then writes to Vault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Reading happens server-side at provision time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libcloud.rest holds a scoped read token and caches values for 30 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Client-supplied credentials are rejected with 403 unless explicitly enabled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deployed posture is development-grade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Single-share unseal (threshold 1), root token on disk, TLS disabled, no audit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bootstrap chain of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setup.sh establishes trust in a strict order, each step gated on the last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Steps 1-3: render Dex config → start LLDAP, create superadmin → start Postgres, OpenFGA, Dex, Vault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Step 4 is the pivot — a REAL OIDC login as superadmin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produces SUPERADMIN_JWT, verified inside the identity-service container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Everything privileged downstream refuses to run without it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Steps 5-7: create tenant users · seed the OpenFGA model and tuples · bootstrap Vault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Bootstrap is not a backdoor — it uses the same identity path a human would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Companion scripts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rebuild_all.sh rebuilds images online; setup.sh itself is build-free and works air-gapped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docker_teardown.sh is host-wide and destroys volumes — unseal key and tuples are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What the design gets right, and the findings that need attention before this is exposed.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What the design gets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Cloud credentials never reach the browser or the client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client names a binding; the server resolves the value from Vault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The Dex refresh token is held server-side and never sent to the browser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PKCE S256 with a server-held verifier, plus server-issued single-use state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Complete ID-token validation: JWKS signature, iss, aud, exp, required claims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The REST API's policy table is fail-closed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Authorization is enforced server-side on every request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SPA's route guards are cosmetic, and the code says so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New federated users land with no tuples — authenticated, authorized for nothing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Bootstrap privilege is gated on a real OIDC login, not a static bypass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Most services bind to loopback, with the portal as a deliberate single ingress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Findings — the composing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80642"/>
            <a:ext cx="50800" cy="138116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6235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544066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Live secrets are committed to git — eleven tracked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18386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Vault root token and unseal key, all eight LLDAP passwords, OAuth client secrets, the LDAP bind password and AWS keys. Two are easy to miss: a Markdown walkthrough and a captured stderr log with credentials pasted inline. Untracking is not enough — the values are in history.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113"/>
            <a:ext cx="50800" cy="138116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89825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71537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The session signing key is a placeholder bootstrap never generates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345857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SESSION_SECRET stays at "change-me". Unlike the Postgres password and Dex client secrets, no setup path generates it. The session cookie is an HS256 JWT signed with it — so it is forgeable. The same key also signs the identity-collapse pending token.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35584"/>
            <a:ext cx="50800" cy="138116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172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99008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Role checks trust the cookie's self-asserted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873328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_require_role returns before consulting OpenFGA when the cookie already claims the required role or superadmin. A forged cookie claiming superadmin reaches user management, raw tuple CRUD, and the OpenFGA explorer with no authorization lookup at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Individually critical. Together they are a path from "read the repo" to platform admin.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Findings — availability and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80642"/>
            <a:ext cx="50800" cy="138116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6235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544066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 one-shot discovery failure silently disables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18386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identity service latches its "discovered" flag BEFORE attempting OpenFGA discovery, and catches bare Exception. One transient failure leaves it permanently disabled — and the disabled path returns allow. There is no depends_on, so a cold start is a live race.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113"/>
            <a:ext cx="50800" cy="138116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89825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71537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OpenFGA authenticates but does not authorize its own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345857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OIDC validates issuer, audience and signature — it does not scope what a caller may do. Any user who can obtain a libcloud-rest-audience token and reach openfga:8080 can write tuples and grant themselves any relation. The only control is network placement.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35584"/>
            <a:ext cx="50800" cy="138116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172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99008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No TLS anywhere in the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873328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Dex issues over http, the portal serves http, LDAP runs insecureNoSSL, Vault has tls_disable. The session cookie is therefore necessarily Secure=false. Session cookies, authorization codes and Vault tokens all cross the wire in clear 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Remediation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44066"/>
          <a:ext cx="1091153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4582844"/>
                <a:gridCol w="578311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first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Purge and ROTATE the committed secrets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Untracking is not enough — the values are in history and must be treated as compromised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Generate SESSION_SECRET at bootstrap; refuse the placeholder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Mechanical fix; closes cookie forgery and pending-token forgery together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Make OpenFGA authoritative in _require_role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Removes the privilege-escalation half of the composed bypass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Fail closed when authorization is unavailable; add depends_on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Turns a silent allow-all into a visible outage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Separate the OpenFGA management audience from the user audience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Stops any user token from writing tuples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Terminate TLS at the portal; set SESSION_SECURE=true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Prerequisite for exposing the portal beyond localhost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Items 2 and 3 should ship together — each alone leaves the composed bypass partly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Where to read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12848"/>
            <a:ext cx="822960" cy="38100"/>
          </a:xfrm>
          <a:prstGeom prst="rect">
            <a:avLst/>
          </a:prstGeom>
          <a:solidFill>
            <a:srgbClr val="06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0694A2"/>
                </a:solidFill>
                <a:latin typeface="Calibri"/>
              </a:rPr>
              <a:t>Start here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ARCHITECTURE.md  —  repo root.  Topology, flows, authn/authz, full security posture.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identity_service/ARCHITECTURE.md  —  sessions, the OIDC exchange, enforcement point 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SCRIPTS.md  —  operator reference: bootstrap, verification, Vault, air-gap migration.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0694A2"/>
                </a:solidFill>
                <a:latin typeface="Calibri"/>
              </a:rPr>
              <a:t>Per-subsystem detail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dex/ · lldap/ · vault/ · openfga_postgres/ · openfga_visualized/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libcloud.rest/ · libcloud/ · stoplight_mock/ · server/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0694A2"/>
                </a:solidFill>
                <a:latin typeface="Calibri"/>
              </a:rPr>
              <a:t>A note on these documents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Every claim was verified against source. Where the existing docs disagreed with the code,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the code won and the documents were corrected — including a Vault LDAP auth method that was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documented in detail but does not exist, and a credential model described backwards.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